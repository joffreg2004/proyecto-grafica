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proyectoPaint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Aplicacion grafica interactiva tipo Paint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Computacion Grafica - Gomez Joffre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Objetivo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Crear dibujos digitales en un lienzo con herramientas basicas y algoritmos propios.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Interaccion, rasterizacion, POO, transformaciones y persistencia.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Herramientas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Lapiz, linea, rectangulo, circulo/elipse, poligono, curva Bezier, relleno, borrador y seleccion.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Color de linea, color de relleno y control de grosor.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Arquitectura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Form1, PaintCanvas, CanvasDocument, DrawableShape, GraphicsAlgorithms y ProjectStorage.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Separacion entre interfaz, modelo, algoritmos y almacenamiento.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POO aplicada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Abstraccion DrawableShape; herencia en figuras; polimorfismo en Draw, Translate, Rotate y Scale.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Encapsulamiento de colores, grosor, puntos y estado de relleno.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Algoritmos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Bresenham para lineas, punto medio para circulos, scanline para poligonos y flood fill BFS.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Bezier cubica y transformaciones geometricas por coordenadas.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UI/UX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Barra superior, panel lateral, lienzo central, barra de estado y seleccion visual.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Flujo simple: elegir herramienta, dibujar, seleccionar, transformar y guardar.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/>
      <p:sp>
        <p:nvSpPr>
          <p:cNvPr id="2" name="shape2"/>
          <p:cNvSpPr/>
          <p:nvPr/>
        </p:nvSpPr>
        <p:spPr>
          <a:xfrm>
            <a:off x="0" y="0"/>
            <a:ext cx="12192000" cy="900000"/>
          </a:xfrm>
          <a:prstGeom prst="roundRect">
            <a:avLst/>
          </a:prstGeom>
          <a:solidFill>
            <a:srgbClr val="1C2434"/>
          </a:solidFill>
          <a:ln>
            <a:solidFill>
              <a:srgbClr val="C6CFDC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650000" y="900000"/>
            <a:ext cx="6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3600" b="1">
                <a:solidFill>
                  <a:srgbClr val="1C2434"/>
                </a:solidFill>
              </a:rPr>
              <a:t>Entregables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50000" y="2100000"/>
            <a:ext cx="89000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2100">
                <a:solidFill>
                  <a:srgbClr val="2D3748"/>
                </a:solidFill>
              </a:rPr>
              <a:t>Codigo fuente organizado, ejecutable Debug, informe tecnico PDF y presentacion PPTX.</a:t>
            </a:r>
          </a:p>
        </p:txBody>
      </p:sp>
      <p:sp>
        <p:nvSpPr>
          <p:cNvPr id="5" name="shape5"/>
          <p:cNvSpPr/>
          <p:nvPr/>
        </p:nvSpPr>
        <p:spPr>
          <a:xfrm>
            <a:off x="720000" y="4050000"/>
            <a:ext cx="2200000" cy="1200000"/>
          </a:xfrm>
          <a:prstGeom prst="roundRect">
            <a:avLst/>
          </a:prstGeom>
          <a:solidFill>
            <a:srgbClr val="FFE678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Linea, circulo, poligono</a:t>
            </a:r>
          </a:p>
        </p:txBody>
      </p:sp>
      <p:sp>
        <p:nvSpPr>
          <p:cNvPr id="6" name="shape6"/>
          <p:cNvSpPr/>
          <p:nvPr/>
        </p:nvSpPr>
        <p:spPr>
          <a:xfrm>
            <a:off x="3300000" y="4050000"/>
            <a:ext cx="2200000" cy="1200000"/>
          </a:xfrm>
          <a:prstGeom prst="roundRect">
            <a:avLst/>
          </a:prstGeom>
          <a:solidFill>
            <a:srgbClr val="D8F3E6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Relleno y pixeles</a:t>
            </a:r>
          </a:p>
        </p:txBody>
      </p:sp>
      <p:sp>
        <p:nvSpPr>
          <p:cNvPr id="7" name="shape7"/>
          <p:cNvSpPr/>
          <p:nvPr/>
        </p:nvSpPr>
        <p:spPr>
          <a:xfrm>
            <a:off x="5880000" y="4050000"/>
            <a:ext cx="2200000" cy="1200000"/>
          </a:xfrm>
          <a:prstGeom prst="roundRect">
            <a:avLst/>
          </a:prstGeom>
          <a:solidFill>
            <a:srgbClr val="DCEBFF"/>
          </a:solidFill>
          <a:ln>
            <a:solidFill>
              <a:srgbClr val="C6CFDC"/>
            </a:solidFill>
          </a:ln>
        </p:spPr>
        <p:txBody>
          <a:bodyPr/>
          <a:lstStyle/>
          <a:p>
            <a:r>
              <a:rPr lang="es-EC" sz="1500"/>
              <a:t>Transformaciones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0000" y="6000000"/>
            <a:ext cx="84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El proyecto compila como proyectoPaint.exe.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00000" y="610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C" sz="1200">
                <a:solidFill>
                  <a:srgbClr val="6B7280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yectoPaint">
  <a:themeElements>
    <a:clrScheme name="paint">
      <a:dk1>
        <a:srgbClr val="1C2434"/>
      </a:dk1>
      <a:lt1>
        <a:srgbClr val="FFFFFF"/>
      </a:lt1>
      <a:dk2>
        <a:srgbClr val="305B91"/>
      </a:dk2>
      <a:lt2>
        <a:srgbClr val="EEF1F5"/>
      </a:lt2>
      <a:accent1>
        <a:srgbClr val="D24B5A"/>
      </a:accent1>
      <a:accent2>
        <a:srgbClr val="228B5E"/>
      </a:accent2>
      <a:accent3>
        <a:srgbClr val="FFE678"/>
      </a:accent3>
      <a:accent4>
        <a:srgbClr val="145FB4"/>
      </a:accent4>
      <a:accent5>
        <a:srgbClr val="6B7280"/>
      </a:accent5>
      <a:accent6>
        <a:srgbClr val="C6CFDC"/>
      </a:accent6>
      <a:hlink>
        <a:srgbClr val="145FB4"/>
      </a:hlink>
      <a:folHlink>
        <a:srgbClr val="305B91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